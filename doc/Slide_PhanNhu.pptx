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bằng bài toán: nhiều dòng access log nhưng cần biết client nào bất thường, khi nào và vì sao. Đây là phần lưu trữ/real-time của Như; Định trình bày dữ liệu và mô hình.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HDFS là data lake, ES phục vụ truy vấn nhanh. Batch và streaming dùng chung features_common.py. Không có Redis hay cache store thật; cache_status là tín hiệu trong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rõ một DataNode là cấu hình học tập, chưa có HA. Replication phải đặt ở Spark client. Số liệu dung lượng tính theo MB thập phân, cùng dữ liệu đầu vào.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idempotent bằng ví dụ chạy export lần hai không tăng count. Với NASA phải giữ cả dòng trùng thật bằng ordinal; test tương thích dùng fixture, không phải dữ liệu NASA đầy đủ.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Watermark không phải độ trễ đảm bảo. Update mode giúp cảnh báo trước khi cửa sổ đóng. Một IP có thể tạo nhiều alert window; không đếm các window như các cuộc tấn công độc lập.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số liệu thuộc rule_fallback. Bài thử nhỏ chưa suy rộng thành false positive rate thực tế. Độ trễ tính từ request tấn công đầu tiên tới khi polling thấy alert trong ES; không phải thời điểm bắt đầu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dashboard, chỉ rõ ip, window, score, threshold, reason và detector. Rule status succeeded và alert-history là bằng chứng action đã thực thi. Có video dự phòng cho trường hợp máy chậm.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nói hệ thống đã đạt F1/PR-AUC khi chưa có kết quả mô hình. Kết luận phần của Như: lưu trữ, serving, live alert và dashboard đã có bằng chứng. Chuyển sang thảo luận kịch bản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ANOMALY DETECTION · PHẦN NHƯ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access log đến cảnh báo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19249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có cấu trúc trên HDFS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xử lý dữ liệu theo lô và real-time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+ Kibana biến log thành thông tin có thể hành động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pipeline, hai luồng xử lý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19249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Batch: JSONL → HDFS bronze → Spark → silver/gold → ES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file mới → window feature → rule/model → log-alerts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và native Kibana rule dùng cùng lớp serving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lưu đủ dữ liệu, kiểm chứng được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3810000" cy="209044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61.643 record: silver local và HDFS khớp hoàn toàn</a:t>
            </a:r>
            <a:endParaRPr lang="en-US" sz="1700" dirty="0"/>
          </a:p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31,99 MB → Parquet 5,19 MB</a:t>
            </a:r>
            <a:endParaRPr lang="en-US" sz="1700" dirty="0"/>
          </a:p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DataNode; replication=1; fsck HEALTHY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3 / 8</a:t>
            </a:r>
            <a:endParaRPr lang="en-US" sz="900" dirty="0"/>
          </a:p>
        </p:txBody>
      </p:sp>
      <p:pic>
        <p:nvPicPr>
          <p:cNvPr id="7" name="Image 0" descr="C:\BigData-LogAnomalyDetection\doc\images\hdf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5370" y="1496169"/>
            <a:ext cx="2421461" cy="2984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lặp lại không nhân đôi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21280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logs-sim, logs-nasa, log-features, log-alerts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theo trace_id hoặc source + IP + window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lần export simulator vẫn có 61.643 document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là keyword để hỗ trợ hostname NASA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STREAMING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sổ cập nhật, cảnh báo đến sớm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21280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5 phút, slide 1 phút, watermark 2 phút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10 giây; foreachBatch ghi ES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rename bảo vệ file đang ghi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+ ID ổn định hỗ trợ restart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THỬ THẬT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đo được độ trễ end-to-end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21280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DDoS: 18,330 giây; 105 alert window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Scan: 12,295 giây; 5 alert window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thường 180 giây: 0 cảnh báo / 352 record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checkpoint: số alert giữ nguyên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KIBANA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và rule đều chạy thật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3810000" cy="285497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Overview: lỗi, client, status, cache và latency</a:t>
            </a:r>
            <a:endParaRPr lang="en-US" sz="1700" dirty="0"/>
          </a:p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&amp; Alerts: bảng sự kiện, score và ngưỡng</a:t>
            </a:r>
            <a:endParaRPr lang="en-US" sz="1700" dirty="0"/>
          </a:p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mỗi 30 giây → Server log + alert-history</a:t>
            </a:r>
            <a:endParaRPr lang="en-US" sz="1700" dirty="0"/>
          </a:p>
          <a:p>
            <a:pPr algn="l" marL="127000" indent="-127000">
              <a:lnSpc>
                <a:spcPts val="221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sạch: 2 dashboard, 18 panel references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7 / 8</a:t>
            </a:r>
            <a:endParaRPr lang="en-US" sz="900" dirty="0"/>
          </a:p>
        </p:txBody>
      </p:sp>
      <p:pic>
        <p:nvPicPr>
          <p:cNvPr id="7" name="Image 0" descr="C:\BigData-LogAnomalyDetection\doc\images\kibana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223" y="1496169"/>
            <a:ext cx="3313755" cy="2984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"/>
            <a:ext cx="9144000" cy="0"/>
          </a:xfrm>
          <a:prstGeom prst="line">
            <a:avLst/>
          </a:prstGeom>
          <a:noFill/>
          <a:ln w="952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6250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· BÀN GIAO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90509" cy="41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6"/>
              </a:lnSpc>
              <a:spcAft>
                <a:spcPts val="2400"/>
              </a:spcAft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kết luận và bước ghép nhóm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96169"/>
            <a:ext cx="8127950" cy="250775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hiện tại dùng rule_fallback, không phải KMeans chính thức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hỗ trợ load PipelineModel + metadata theo hợp đồng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NASA/model của Định để chạy tích hợp cuối</a:t>
            </a:r>
            <a:endParaRPr lang="en-US" sz="2300" dirty="0"/>
          </a:p>
          <a:p>
            <a:pPr algn="l" marL="127000" indent="-127000">
              <a:lnSpc>
                <a:spcPts val="2990"/>
              </a:lnSpc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nhất nội dung nói và tập demo 8 phút cùng nhau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4705350"/>
            <a:ext cx="1285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6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· 13/10/2026 ·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Anomaly Detection - Phần Như</dc:title>
  <dc:subject>PptxGenJS Presentation</dc:subject>
  <dc:creator>Như</dc:creator>
  <cp:lastModifiedBy>Như</cp:lastModifiedBy>
  <cp:revision>1</cp:revision>
  <dcterms:created xsi:type="dcterms:W3CDTF">2026-10-13T10:32:53Z</dcterms:created>
  <dcterms:modified xsi:type="dcterms:W3CDTF">2026-10-13T10:32:53Z</dcterms:modified>
</cp:coreProperties>
</file>